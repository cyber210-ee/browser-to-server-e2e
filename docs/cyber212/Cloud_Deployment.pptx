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>
        <p:scale>
          <a:sx n="89" d="100"/>
          <a:sy n="89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AD856-FEBF-476D-8446-FEAB9A98F5A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1A09D-2637-43A7-8AE4-D15BA60D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2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18FE-1801-4206-288E-A1D231F6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5DE5E-72DB-4B92-A753-DF1B000C0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52C85-4275-2800-E0CA-FEB711BE3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8A9AD-3452-D452-E61D-D93F24FEC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00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911-02D0-CF12-A399-17CC2CF75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D87C4-EE95-E75C-0537-F8B9388CE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6480-626D-6969-9864-7AF6C265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64C1F-4578-0EF0-98CF-D71C2055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86451-A571-ED00-5459-AB28B298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5124-4737-A735-A66B-2A9BB70A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452A4-5AA5-439C-8A9F-69E4AA6D3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72570-656E-3AA4-A654-8DEFB51A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A636-8F19-6185-E00E-0020F0E1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81849-FF8E-E7FF-8AFC-73E8D1A9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9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9135-31E0-7CD0-92CA-50E3BF14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E52E8-DAA2-4622-0260-27B7C45F3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5DC2-32A9-6867-1518-752FB946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3C2B0-59A6-6D99-B390-A445161C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1BB46-CE4E-4B29-73FD-D2122625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0CF5-E953-D674-EAE5-59856438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2F70B-59A7-3AC0-60C9-9CF021F75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18B4C-DA1C-6587-537A-577E34F15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50BFD-6948-D30D-4745-08814510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12568-E902-E9F6-39D5-00C2B238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914FC-62F1-3D90-CB7E-0327E95D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2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6E52-6B1A-9EC0-53BF-7A6B24AC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07A47-2922-D666-D8E2-FC34A37E3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FC2A0-108C-333E-6367-D7351E5AC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ABF02-318F-BFCD-C36D-D0A322016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3DC997-62FF-CBB8-B224-BA7E6F2C9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F63E8-C8F8-E9AC-C0B0-FB6FB2F0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311D9-D009-A0F2-65B0-77A03776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70E17-BD9A-B26C-0B7B-C114D827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7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4BC2-1EF6-48FB-218D-44B42BB5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7CA55-19EC-4AF2-D0AE-A764938B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52F3E-458F-F2C9-CF9A-DA461880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B0279-3A07-BB8B-17EF-0F159B1C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1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F7A8E-2261-C660-7515-EF665BE4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C6FD5F-1793-1814-1F1E-17F2B33B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E3B4A-90DA-623A-75F6-41DF22DF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1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BAE01-6DBD-057F-3A53-2E2FE830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27BC8-AACA-F843-4172-9B45C78F6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215EB-BEBE-2899-A4AF-1F9ABF71B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0A602-0B77-D316-19E8-B1C8790C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039E1-565C-7AB8-732A-45DAA042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3EE94-D74F-3CD1-8118-79B5A855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7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75A2-4554-59E0-426D-CCC37236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76480-0833-52EA-FC8A-8AFC5D946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40398-20F7-1712-9DBA-1196DC55D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2AD69-98BD-E3E3-5025-11A4D8C1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EA80C-A22D-A12C-5197-7638391F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F4215-45A0-5071-8AE3-86E5C9BC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9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D1B2-E5E0-AA0B-19CF-8490BACC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8A6E4-A1C8-23B7-4935-5D8BD2980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7F29-52A1-D1BC-0C23-37084787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4455-391B-8EB8-B168-643150DE7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7B60-D9C8-B69F-700D-669459E2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2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61BA8-2DE2-210E-46BF-8C1802D64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EE82B-5952-C054-3AD7-541563BF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54E56-BF9A-DD9E-715A-0554773F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D1063-103E-C887-7B71-1DCDAF86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F6965-7211-5F74-5F85-2594399A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26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29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EB956-AD38-6B04-4851-BDDFE9C6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E1DD9-4846-46C3-C853-26F116375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EA11-435D-1849-5F27-576D11377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5E7DB-BBD6-4CA7-9E38-2048174D538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AB59-384C-B732-EA18-3760A303C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102E7-E8BA-DD7C-31AA-6EAA744AD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3192A-0243-4060-89B5-F0D6489A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0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1C6F-2294-29EF-4883-9034C21B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7ED0BF-D094-C4FE-4E10-9C10D7F5D085}"/>
              </a:ext>
            </a:extLst>
          </p:cNvPr>
          <p:cNvSpPr/>
          <p:nvPr/>
        </p:nvSpPr>
        <p:spPr>
          <a:xfrm>
            <a:off x="711200" y="584200"/>
            <a:ext cx="11846560" cy="261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lvl="0">
              <a:lnSpc>
                <a:spcPct val="132857"/>
              </a:lnSpc>
              <a:defRPr/>
            </a:pPr>
            <a:r>
              <a:rPr lang="en-US" sz="1200" kern="0" spc="168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DEPLOYMENT</a:t>
            </a:r>
            <a:endParaRPr lang="en-US" sz="1200" dirty="0">
              <a:solidFill>
                <a:prstClr val="black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7EF9D-A305-E33A-A44D-7BA06EE27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9183"/>
            <a:ext cx="12192000" cy="67584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9483D3-2B8C-A304-39B3-2FBAE3DF3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771" y="2389808"/>
            <a:ext cx="425365" cy="382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CDF937-924F-DE79-583C-687B93BDA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372" y="2389808"/>
            <a:ext cx="425365" cy="3829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834B48-7654-238C-7191-FD6C8E495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921" y="2383269"/>
            <a:ext cx="425365" cy="382914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E9054D67-A39B-8D2C-5609-6A0A92D2AA9B}"/>
              </a:ext>
            </a:extLst>
          </p:cNvPr>
          <p:cNvSpPr/>
          <p:nvPr/>
        </p:nvSpPr>
        <p:spPr>
          <a:xfrm>
            <a:off x="711200" y="909241"/>
            <a:ext cx="11846560" cy="408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0030"/>
              </a:lnSpc>
            </a:pPr>
            <a:r>
              <a:rPr lang="en-US" sz="2900" b="1" kern="0" spc="-58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Echo </a:t>
            </a:r>
            <a:r>
              <a:rPr lang="en-US" sz="2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Location Obfuscation</a:t>
            </a:r>
            <a:endParaRPr lang="en-US" sz="2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ED7D1D-EFE3-6CD9-DE96-BFCA3D260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68" y="4899636"/>
            <a:ext cx="2560749" cy="16291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C22705-B20D-5035-6ADA-0E249F799991}"/>
              </a:ext>
            </a:extLst>
          </p:cNvPr>
          <p:cNvCxnSpPr/>
          <p:nvPr/>
        </p:nvCxnSpPr>
        <p:spPr>
          <a:xfrm flipH="1">
            <a:off x="425868" y="3069113"/>
            <a:ext cx="5537883" cy="18305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5DC5B8C-07A8-FEC5-52D5-D830B92F26C3}"/>
              </a:ext>
            </a:extLst>
          </p:cNvPr>
          <p:cNvCxnSpPr/>
          <p:nvPr/>
        </p:nvCxnSpPr>
        <p:spPr>
          <a:xfrm flipH="1">
            <a:off x="2986616" y="3452027"/>
            <a:ext cx="3402500" cy="30767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37B4C4-54BD-EE65-DF25-445694A0F28D}"/>
              </a:ext>
            </a:extLst>
          </p:cNvPr>
          <p:cNvSpPr/>
          <p:nvPr/>
        </p:nvSpPr>
        <p:spPr>
          <a:xfrm>
            <a:off x="1540933" y="5111111"/>
            <a:ext cx="482600" cy="1236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FRENCH</a:t>
            </a:r>
          </a:p>
        </p:txBody>
      </p:sp>
      <p:sp>
        <p:nvSpPr>
          <p:cNvPr id="30" name="Thought Bubble: Cloud 29">
            <a:extLst>
              <a:ext uri="{FF2B5EF4-FFF2-40B4-BE49-F238E27FC236}">
                <a16:creationId xmlns:a16="http://schemas.microsoft.com/office/drawing/2014/main" id="{2A6637BA-B0F5-1BAE-8568-47752012B480}"/>
              </a:ext>
            </a:extLst>
          </p:cNvPr>
          <p:cNvSpPr/>
          <p:nvPr/>
        </p:nvSpPr>
        <p:spPr>
          <a:xfrm>
            <a:off x="2151380" y="4511190"/>
            <a:ext cx="1735667" cy="832286"/>
          </a:xfrm>
          <a:prstGeom prst="cloudCallo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33" dirty="0">
                <a:solidFill>
                  <a:schemeClr val="bg1"/>
                </a:solidFill>
              </a:rPr>
              <a:t>ENGLISH</a:t>
            </a:r>
          </a:p>
          <a:p>
            <a:pPr algn="ctr"/>
            <a:r>
              <a:rPr lang="en-US" sz="933" dirty="0">
                <a:solidFill>
                  <a:schemeClr val="bg1"/>
                </a:solidFill>
              </a:rPr>
              <a:t>PROMPT</a:t>
            </a:r>
          </a:p>
          <a:p>
            <a:pPr algn="ctr"/>
            <a:r>
              <a:rPr lang="en-US" sz="933" dirty="0">
                <a:solidFill>
                  <a:schemeClr val="bg1"/>
                </a:solidFill>
              </a:rPr>
              <a:t>IS INTERESTING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19F69E-57CE-AFBB-37AF-8D75D13818AE}"/>
              </a:ext>
            </a:extLst>
          </p:cNvPr>
          <p:cNvCxnSpPr>
            <a:stCxn id="30" idx="4"/>
          </p:cNvCxnSpPr>
          <p:nvPr/>
        </p:nvCxnSpPr>
        <p:spPr>
          <a:xfrm flipH="1">
            <a:off x="2394226" y="5447512"/>
            <a:ext cx="263396" cy="81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1AF4AD-E5F3-7CFB-8062-1FF1C8E92111}"/>
              </a:ext>
            </a:extLst>
          </p:cNvPr>
          <p:cNvSpPr txBox="1"/>
          <p:nvPr/>
        </p:nvSpPr>
        <p:spPr>
          <a:xfrm>
            <a:off x="3371273" y="1985818"/>
            <a:ext cx="110836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ECHO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E82E3-C6B9-8360-1858-A2EAF19B4556}"/>
              </a:ext>
            </a:extLst>
          </p:cNvPr>
          <p:cNvSpPr txBox="1"/>
          <p:nvPr/>
        </p:nvSpPr>
        <p:spPr>
          <a:xfrm>
            <a:off x="4821874" y="2005182"/>
            <a:ext cx="110836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ECHO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70CFE-F957-DD0C-321E-28A051DF9830}"/>
              </a:ext>
            </a:extLst>
          </p:cNvPr>
          <p:cNvSpPr txBox="1"/>
          <p:nvPr/>
        </p:nvSpPr>
        <p:spPr>
          <a:xfrm>
            <a:off x="6275201" y="2044715"/>
            <a:ext cx="110836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ECHO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33C08-8F4C-512A-0E49-8B29D73DB32D}"/>
              </a:ext>
            </a:extLst>
          </p:cNvPr>
          <p:cNvSpPr txBox="1"/>
          <p:nvPr/>
        </p:nvSpPr>
        <p:spPr>
          <a:xfrm>
            <a:off x="7725802" y="2016549"/>
            <a:ext cx="110836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ECHO</a:t>
            </a:r>
          </a:p>
          <a:p>
            <a:pPr algn="ctr"/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DD7FB1-AAE9-4D36-AF86-086C52AD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228" y="2359628"/>
            <a:ext cx="425365" cy="3829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F0699-A8E5-BC86-20F9-006FE321F126}"/>
              </a:ext>
            </a:extLst>
          </p:cNvPr>
          <p:cNvCxnSpPr>
            <a:cxnSpLocks/>
          </p:cNvCxnSpPr>
          <p:nvPr/>
        </p:nvCxnSpPr>
        <p:spPr>
          <a:xfrm flipH="1">
            <a:off x="3925453" y="1635250"/>
            <a:ext cx="4351801" cy="180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428A3C-ABE1-BE80-33D2-CBAF840A2B4F}"/>
              </a:ext>
            </a:extLst>
          </p:cNvPr>
          <p:cNvCxnSpPr>
            <a:cxnSpLocks/>
          </p:cNvCxnSpPr>
          <p:nvPr/>
        </p:nvCxnSpPr>
        <p:spPr>
          <a:xfrm>
            <a:off x="3925454" y="1649666"/>
            <a:ext cx="1" cy="332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875271-757C-6B9E-5FA7-6AF1152EB8C6}"/>
              </a:ext>
            </a:extLst>
          </p:cNvPr>
          <p:cNvCxnSpPr>
            <a:cxnSpLocks/>
          </p:cNvCxnSpPr>
          <p:nvPr/>
        </p:nvCxnSpPr>
        <p:spPr>
          <a:xfrm>
            <a:off x="5376054" y="1638894"/>
            <a:ext cx="1" cy="332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F9FE77-7846-4FF9-299B-11BE2C181F66}"/>
              </a:ext>
            </a:extLst>
          </p:cNvPr>
          <p:cNvCxnSpPr>
            <a:cxnSpLocks/>
          </p:cNvCxnSpPr>
          <p:nvPr/>
        </p:nvCxnSpPr>
        <p:spPr>
          <a:xfrm>
            <a:off x="6826654" y="1635251"/>
            <a:ext cx="1" cy="332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B4A83E-79EF-D276-6C8B-7CCD62B36E77}"/>
              </a:ext>
            </a:extLst>
          </p:cNvPr>
          <p:cNvCxnSpPr>
            <a:cxnSpLocks/>
          </p:cNvCxnSpPr>
          <p:nvPr/>
        </p:nvCxnSpPr>
        <p:spPr>
          <a:xfrm>
            <a:off x="8277254" y="1635250"/>
            <a:ext cx="1" cy="332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F258B3EE-F0C2-AA36-6627-EF240E67E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340" y="1063665"/>
            <a:ext cx="634921" cy="63492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FDC6975-E16B-4F4B-AB9C-79FE0AF928BE}"/>
              </a:ext>
            </a:extLst>
          </p:cNvPr>
          <p:cNvSpPr txBox="1"/>
          <p:nvPr/>
        </p:nvSpPr>
        <p:spPr>
          <a:xfrm>
            <a:off x="9761626" y="1607662"/>
            <a:ext cx="6311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Amazon </a:t>
            </a:r>
            <a:r>
              <a:rPr lang="en-US" dirty="0" err="1"/>
              <a:t>RDS</a:t>
            </a:r>
            <a:endParaRPr lang="en-US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46FC350-0CC4-5EF3-24F3-2C25C073886B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8066228" y="1381125"/>
            <a:ext cx="2064112" cy="252509"/>
          </a:xfrm>
          <a:prstGeom prst="bentConnector3">
            <a:avLst>
              <a:gd name="adj1" fmla="val 1000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046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vbox</dc:creator>
  <cp:lastModifiedBy>vbox</cp:lastModifiedBy>
  <cp:revision>3</cp:revision>
  <dcterms:created xsi:type="dcterms:W3CDTF">2026-09-04T21:55:42Z</dcterms:created>
  <dcterms:modified xsi:type="dcterms:W3CDTF">2026-09-05T04:29:10Z</dcterms:modified>
</cp:coreProperties>
</file>